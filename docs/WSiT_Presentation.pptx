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69080"/>
            <a:ext cx="12188952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Smart IT Service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57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&amp; Support Ticket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060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99E1"/>
                </a:solidFill>
              </a:rPr>
              <a:t>WSiT – World Systems for Information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90672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18096"/>
                </a:solidFill>
              </a:rPr>
              <a:t>Software Architecture Project  ·  Phase 1 &amp; 2  ·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297680"/>
            <a:ext cx="5806440" cy="2240280"/>
          </a:xfrm>
          <a:prstGeom prst="rect">
            <a:avLst/>
          </a:prstGeom>
          <a:solidFill>
            <a:srgbClr val="1E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44074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299E1"/>
                </a:solidFill>
              </a:rPr>
              <a:t>Project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828032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Zekeriya  ·  Hussein  ·  Hamza  ·  Elsa  ·  Leen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34924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18096"/>
                </a:solidFill>
              </a:rPr>
              <a:t>Architecture Style:  Layered REST API  ·  4+1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742432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18096"/>
                </a:solidFill>
              </a:rPr>
              <a:t>Deadline: 24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457432" cy="5458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800">
                <a:solidFill>
                  <a:srgbClr val="2D3748"/>
                </a:solidFill>
              </a:rPr>
              <a:t>• 01  Project Overview &amp; Problem Statement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2D3748"/>
                </a:solidFill>
              </a:rPr>
              <a:t>• 02  Architecture Style &amp; 4+1 Model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2D3748"/>
                </a:solidFill>
              </a:rPr>
              <a:t>• 03  Technology Stack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2D3748"/>
                </a:solidFill>
              </a:rPr>
              <a:t>• 04  Use Case View — Actors &amp; Use Cases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2D3748"/>
                </a:solidFill>
              </a:rPr>
              <a:t>• 05  Logical View — Component Architecture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2D3748"/>
                </a:solidFill>
              </a:rPr>
              <a:t>• 06  Process View — Workflows &amp; Interactions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2D3748"/>
                </a:solidFill>
              </a:rPr>
              <a:t>• 07  Development View — Module Structure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2D3748"/>
                </a:solidFill>
              </a:rPr>
              <a:t>• 08  Deployment View — Dev &amp; Production Topology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2D3748"/>
                </a:solidFill>
              </a:rPr>
              <a:t>• 09  Phase 2 Key Improvements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2D3748"/>
                </a:solidFill>
              </a:rPr>
              <a:t>• 10  Team Member Contributions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2D3748"/>
                </a:solidFill>
              </a:rPr>
              <a:t>• 11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99E1"/>
                </a:solidFill>
              </a:rPr>
              <a:t>WSiT – Smart IT Service Request &amp; Support Ticket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5394960" cy="2514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243584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581912"/>
            <a:ext cx="5193792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IT service requests handled via email &amp; phone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No centralized tracking or ticket management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SLAs missed — no visibility on request status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Technicians had no structured task assignment system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Customers had no way to track their requests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03904"/>
            <a:ext cx="5394960" cy="2514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3877056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4215384"/>
            <a:ext cx="5193792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Structured digital ticketing workflow accessible 24/7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Self-service portal for customers (submit &amp; track)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Admin dashboard for full ticket lifecycle management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Technician dashboard for assigned task visibility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Real-time status tracking for all three roles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170432"/>
            <a:ext cx="6035040" cy="18288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62472" y="1243584"/>
            <a:ext cx="583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System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2" y="1581912"/>
            <a:ext cx="583387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Customer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718096"/>
                </a:solidFill>
              </a:rPr>
              <a:t>     – Submits service requests, tracks own tickets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Technician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718096"/>
                </a:solidFill>
              </a:rPr>
              <a:t>     – Views &amp; resolves tickets assigned to them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Administrator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718096"/>
                </a:solidFill>
              </a:rPr>
              <a:t>     – Manages all tickets, assigns technicians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090672"/>
            <a:ext cx="6035040" cy="322783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62472" y="3163824"/>
            <a:ext cx="583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Service Types Supported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3502152"/>
            <a:ext cx="583387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CCTV — Surveillance systems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Networking — LAN/WAN, Wi-Fi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Maintenance — Hardware repair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Smart Home — IoT device installation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Access Control — Biometric &amp; card systems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Tech Support — Software &amp; OS issues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Architecture Style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99E1"/>
                </a:solidFill>
              </a:rPr>
              <a:t>Layered REST API  ·  4+1 Architectural Model (Kruchten, 1995)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164592" cy="8686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252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13E"/>
                </a:solidFill>
              </a:rPr>
              <a:t>Use Case View  (+1)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00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Actors, use cases, and end-to-end scenarios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30552"/>
            <a:ext cx="164592" cy="8686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1854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13E"/>
                </a:solidFill>
              </a:rPr>
              <a:t>Logical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60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Component structure and layer relationships (UML diagrams)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90672"/>
            <a:ext cx="164592" cy="86868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1455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13E"/>
                </a:solidFill>
              </a:rPr>
              <a:t>Process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520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Runtime behaviour, workflows, sequence &amp; activity diagrams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50792"/>
            <a:ext cx="164592" cy="8686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1056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13E"/>
                </a:solidFill>
              </a:rPr>
              <a:t>Development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480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Module organisation, file structure, and dependencies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10912"/>
            <a:ext cx="164592" cy="86868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0657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13E"/>
                </a:solidFill>
              </a:rPr>
              <a:t>Physical / Deployment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4406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Hardware nodes, Docker containers, deployment topology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170432"/>
            <a:ext cx="5486400" cy="50292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1243584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Four-Layer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1581912"/>
            <a:ext cx="5285232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Presentation Layer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718096"/>
                </a:solidFill>
              </a:rPr>
              <a:t>     – React SPA — UI, routing, state management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Controller Layer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718096"/>
                </a:solidFill>
              </a:rPr>
              <a:t>     – FastAPI routes — request validation &amp; dispatch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Business Logic Layer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718096"/>
                </a:solidFill>
              </a:rPr>
              <a:t>     – Services — rules, JWT auth, CRUD operations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Data Access Layer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718096"/>
                </a:solidFill>
              </a:rPr>
              <a:t>     – SQLAlchemy ORM — SQLite queries &amp;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09728" cy="80467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52715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81912"/>
            <a:ext cx="52715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React 18, Vite 5, React Router 6, Axios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7356" y="1170432"/>
            <a:ext cx="109728" cy="80467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8524" y="1225296"/>
            <a:ext cx="52715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8524" y="1581912"/>
            <a:ext cx="52715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FastAPI 0.104, Uvicorn (ASGI server)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30552"/>
            <a:ext cx="109728" cy="80467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85416"/>
            <a:ext cx="52715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542032"/>
            <a:ext cx="52715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SQLite (file-based), SQLAlchemy 2.0 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7356" y="2130552"/>
            <a:ext cx="109728" cy="804672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8524" y="2185416"/>
            <a:ext cx="52715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8524" y="2542032"/>
            <a:ext cx="52715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Pydantic 2.7 — request/response schemas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90672"/>
            <a:ext cx="109728" cy="8046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145536"/>
            <a:ext cx="52715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Auth  (Ph. 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502152"/>
            <a:ext cx="52715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JWT — python-jose (HS256 signed tokens)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7356" y="3090672"/>
            <a:ext cx="109728" cy="8046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8524" y="3145536"/>
            <a:ext cx="52715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Hashing (Ph.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8524" y="3502152"/>
            <a:ext cx="52715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bcrypt — passlib 1.7.4 + bcrypt 4.0.1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50792"/>
            <a:ext cx="109728" cy="804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105656"/>
            <a:ext cx="52715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Config  (Ph. 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462272"/>
            <a:ext cx="52715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python-dotenv — .env file loading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7356" y="4050792"/>
            <a:ext cx="109728" cy="804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8524" y="4105656"/>
            <a:ext cx="52715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Container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8524" y="4462272"/>
            <a:ext cx="52715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</a:rPr>
              <a:t>Docker, docker-compose, Nginx (reverse proxy)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Use Case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99E1"/>
                </a:solidFill>
              </a:rPr>
              <a:t>Actors, Use Cases &amp; System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3749039" cy="54589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243584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581912"/>
            <a:ext cx="3547871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UC-01  Register Account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UC-02  Login (JWT issued)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UC-03  Submit Service Request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UC-04  View My Tickets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UC-05  View Ticket Details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UC-09  Search &amp; Filter Tickets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70432"/>
            <a:ext cx="3749039" cy="54589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243584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A169"/>
                </a:solidFill>
              </a:rPr>
              <a:t>Technician  (Phase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1581912"/>
            <a:ext cx="3547871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UC-02  Login (JWT issued)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UC-05  View Ticket Details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UC-10  View Assigned Tickets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UC-11  Update Ticket Status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         Mark Resolved → Closed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170432"/>
            <a:ext cx="3383280" cy="54589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14232" y="1243584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Administrator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1581912"/>
            <a:ext cx="3182112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UC-02  Login (JWT issued)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UC-05  View Ticket Details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UC-06  View All Tickets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UC-07  Assign Technician (dropdown)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UC-08  Update Any Ticket Status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UC-09  Search &amp; Filter Tickets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Logical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99E1"/>
                </a:solidFill>
              </a:rPr>
              <a:t>Component Architecture — Four-Layer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11457432" cy="123444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182880" cy="123444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99E1"/>
                </a:solidFill>
              </a:rPr>
              <a:t>Presentation Layer  (React SPA)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LoginPage.jsx — Login + Register + Account Type selector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CustomerDashboard.jsx — Submit form, filter bar, ticket list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AdminDashboard.jsx — Search/filter, technician dropdown, manage tickets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TechnicianDashboard.jsx — Assigned tickets, resolve/close buttons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api/client.js — Axios instance with JWT Bearer interceptor &amp; VITE_API_URL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11457432" cy="123444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182880" cy="12344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328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A169"/>
                </a:solidFill>
              </a:rPr>
              <a:t>Controller Layer  (FastAPI Routes)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71216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routes/auth.py → POST /auth/login,  POST /customers/register,  GET /technicians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routes/tickets.py → /tickets, /tickets/my, /tickets/assigned, /tickets/{id}, /resolve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67328"/>
            <a:ext cx="11457432" cy="123444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67328"/>
            <a:ext cx="182880" cy="123444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313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8936"/>
                </a:solidFill>
              </a:rPr>
              <a:t>Business Logic Layer  (Services)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9664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services/auth_service.py → JWT create/decode, bcrypt hash/verify, admin seed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services/ticket_service.py → CRUD operations, _apply_filters() search/filter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65776"/>
            <a:ext cx="11457432" cy="123444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065776"/>
            <a:ext cx="182880" cy="1234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297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Data Access Layer  (SQLAlchemy + Config)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68112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models/models.py → User (customer/technician/admin), Ticket ORM models + Enums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database/database.py → SQLAlchemy engine, SessionLocal, get_db dependency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core/config.py → Loads SECRET_KEY, ALGORITHM, DATABASE_URL from .env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Process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99E1"/>
                </a:solidFill>
              </a:rPr>
              <a:t>Key Runtime Workflows &amp; Interactions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5852160" cy="254203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243584"/>
            <a:ext cx="5650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1. JWT Login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581912"/>
            <a:ext cx="5650992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User submits email + password → POST /auth/login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auth_service.verify_password() checks bcrypt hash from DB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auth_service.create_access_token() signs HS256 JWT (24 h TTL)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Frontend stores JWT in localStorage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Axios interceptor attaches  'Authorization: Bearer &lt;JWT&gt;'  to all requests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40480"/>
            <a:ext cx="5852160" cy="24871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3913632"/>
            <a:ext cx="5650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2. Ticket Submission Flow  (Customer)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4251960"/>
            <a:ext cx="5650992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Customer fills form → POST /tickets  with Authorization header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get_current_user() decodes JWT → retrieves User from DB by ID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ticket_service.create_ticket() → INSERT INTO tickets (status = open)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Response returned; ticket appears in customer's filtered 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70432"/>
            <a:ext cx="5852160" cy="254203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243584"/>
            <a:ext cx="5650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3. Technician Assignment Flow  (Admin)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581912"/>
            <a:ext cx="5650992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Admin opens dashboard → GET /tickets (all tickets)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Admin fetches technician list → GET /technicians (dropdown)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Selects technician, clicks Assign → PUT /tickets/{id}/assign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assigned_technician = name,  status = in_progress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Technician logs in → GET /tickets/assigned (their tasks only)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840480"/>
            <a:ext cx="5852160" cy="24871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3913632"/>
            <a:ext cx="5650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4. Resolution Flow  (Technician)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4251960"/>
            <a:ext cx="5650992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Technician clicks 'Mark Resolved' → PUT /tickets/{id}/resolve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Backend checks: assigned_technician == current_user.full_name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Status updated: in_progress → resolved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Technician clicks 'Mark Closed' → resolved → closed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Customer sees updated status in their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Development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99E1"/>
                </a:solidFill>
              </a:rPr>
              <a:t>Module Structure &amp; Source Code 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5760720" cy="54589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243584"/>
            <a:ext cx="5559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Backend (FastAPI)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581912"/>
            <a:ext cx="5559552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main.py — FastAPI app, CORS, lifespan, admin seed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app/core/config.py — .env loader (Phase 2)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app/models/models.py — User, Ticket ORM + Enums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app/schemas/schemas.py — Pydantic contracts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app/routes/auth.py — Login, Register, /technicians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app/routes/tickets.py — All endpoints + JWT auth deps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app/services/auth_service.py — JWT + bcrypt + seed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app/services/ticket_service.py — CRUD + filters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Dockerfile — python:3.11-slim image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.env / .env.example — Secrets &amp; config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70432"/>
            <a:ext cx="5760720" cy="54589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243584"/>
            <a:ext cx="5559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Frontend (React + Vite)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1581912"/>
            <a:ext cx="5559552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src/App.jsx — Router + RequireAuth + role redirects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src/api/client.js — Axios + JWT + VITE_API_URL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src/pages/LoginPage.jsx — Login/Register + role selector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src/pages/CustomerDashboard.jsx — Submit + filter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src/pages/AdminDashboard.jsx — Manage + assign dropdown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src/pages/TechnicianDashboard.jsx — Tasks (Phase 2)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src/pages/TicketDetails.jsx — Read-only detail view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src/components/Navbar.jsx + StatusBadge.jsx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Dockerfile — Multi-stage: node build → nginx serve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.env / .env.example — VITE_API_URL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Deployment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99E1"/>
                </a:solidFill>
              </a:rPr>
              <a:t>Development (Local) &amp; Production (Docker + Nginx)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5760720" cy="54589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243584"/>
            <a:ext cx="5559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Development Deployment  (Local)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581912"/>
            <a:ext cx="5559552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All services run on a single developer machine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Browser → Vite Dev Server :5173 (serves React SPA)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Browser → Uvicorn :8000 (FastAPI REST API)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SQLite file: wsit_support.db on local filesystem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.env file loaded by python-dotenv at startup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CORS allows :5173 and :3000 origins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70432"/>
            <a:ext cx="5760720" cy="54589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243584"/>
            <a:ext cx="5559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Production Deployment  (Docker + Nginx)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1581912"/>
            <a:ext cx="5559552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Nginx Reverse Proxy on port 80 (public entry point)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718096"/>
                </a:solidFill>
              </a:rPr>
              <a:t>     – Route  /  → Frontend container (nginx:alpine)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718096"/>
                </a:solidFill>
              </a:rPr>
              <a:t>     – Route  /api/*  → Backend container (port 8000)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Frontend Container: React build served by nginx:alpine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Backend Container: python:3.11-slim + Uvicorn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Docker Volume: persistent SQLite database file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docker-compose.yml orchestrates all services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Secrets injected via .env at runtime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Phase 2 — Key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99E1"/>
                </a:solidFill>
              </a:rPr>
              <a:t>Security · New Role · Functionality ·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5760720" cy="150876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146304" cy="150876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261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13E"/>
                </a:solidFill>
              </a:rPr>
              <a:t>JWT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645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Replaced mock base64 token with signed HS256 JWT via python-jose. Token payload: sub (user ID), role, email, exp.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1170432"/>
            <a:ext cx="5760720" cy="150876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7356" y="1170432"/>
            <a:ext cx="146304" cy="15087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5100" y="1261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13E"/>
                </a:solidFill>
              </a:rPr>
              <a:t>bcrypt Password Hashing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1645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Replaced SHA-256 with bcrypt (passlib 1.7.4). Each hash is uniquely salted. bcrypt pinned to 4.0.1 for compatibility.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52344"/>
            <a:ext cx="5760720" cy="150876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752344"/>
            <a:ext cx="146304" cy="150876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8437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13E"/>
                </a:solidFill>
              </a:rPr>
              <a:t>Technician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322783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New 3rd actor: register as Technician, dedicated dashboard, /tickets/assigned, PUT /tickets/{id}/resolve endpoints.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7356" y="2752344"/>
            <a:ext cx="5760720" cy="150876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7356" y="2752344"/>
            <a:ext cx="146304" cy="1508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5100" y="28437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13E"/>
                </a:solidFill>
              </a:rPr>
              <a:t>Search &amp; 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322783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Query params on GET /tickets and GET /tickets/my: ?search= (ilike), ?status=, ?priority= — combinable.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34256"/>
            <a:ext cx="5760720" cy="150876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334256"/>
            <a:ext cx="146304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4256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13E"/>
                </a:solidFill>
              </a:rPr>
              <a:t>Environment Config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4809744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.env support via python-dotenv (backend: SECRET_KEY, DATABASE_URL) and Vite (frontend: VITE_API_URL).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7356" y="4334256"/>
            <a:ext cx="5760720" cy="150876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7356" y="4334256"/>
            <a:ext cx="146304" cy="150876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5100" y="44256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13E"/>
                </a:solidFill>
              </a:rPr>
              <a:t>Docker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5100" y="4809744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</a:rPr>
              <a:t>Backend Dockerfile + Frontend multi-stage Dockerfile + docker-compose.yml. Frontend served via nginx:alpine.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System Features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99E1"/>
                </a:solidFill>
              </a:rPr>
              <a:t>What Each Role Can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3749039" cy="54589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243584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99E1"/>
                </a:solidFill>
              </a:rPr>
              <a:t>Customer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581912"/>
            <a:ext cx="3547871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Register with Customer account type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Login — redirected to /dashboard automatically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Submit tickets (service type, priority, location)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Filter own tickets by status &amp; priority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View full ticket details &amp; assigned technician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Track ticket through: open → in_progress → resolved → closed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70432"/>
            <a:ext cx="3749039" cy="54589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243584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A169"/>
                </a:solidFill>
              </a:rPr>
              <a:t>Technician Dashboard  (Phase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1581912"/>
            <a:ext cx="3547871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Register with Technician account type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Login — redirected to /technician dashboard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View only tickets assigned to them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Filter by status and priority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Mark tickets Resolved when work is done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Mark tickets Closed after resolution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View full ticket details &amp; customer info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170432"/>
            <a:ext cx="3383280" cy="54589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14232" y="1243584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Admin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1581912"/>
            <a:ext cx="3182112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Seeded admin account: admin@wsit.com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Login — redirected to /admin dashboard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View all tickets with search + filter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Assign technician from registered dropdown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Update any ticket status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Summary cards: Open / In Progress / Resolved / Closed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View full details of any ticket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Zekeriya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99E1"/>
                </a:solidFill>
              </a:rPr>
              <a:t>Lead Software Architect &amp; Backend 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164592" cy="545896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16152"/>
            <a:ext cx="11183112" cy="5458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Defined the overall 4+1 Architectural Model and system design strategy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Designed the Layered REST API Architecture (4-layer separation of concerns)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Set up the FastAPI project structure: routes, services, models, schemas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Implemented SQLAlchemy ORM models: User (3 roles), Ticket + all Enums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Designed the relational database schema (SQLite with SQLAlchemy 2.0)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Implemented all REST API endpoints (9 Phase 1 + 3 Phase 2 endpoints)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Migrated authentication to JWT (python-jose HS256, 24 h TTL)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Replaced SHA-256 with bcrypt password hashing (passlib)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Added Technician role + assigned-ticket endpoints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Implemented environment configuration (app/core/config.py)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Created Backend Dockerfile (python:3.11-slim)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Wrote the technical architecture sections of SAD V1 and V2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Hussein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99E1"/>
                </a:solidFill>
              </a:rPr>
              <a:t>Frontend 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164592" cy="5458968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16152"/>
            <a:ext cx="11183112" cy="5458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Designed and implemented the full React SPA architecture with Vite 5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Built all 5 application pages: Login, Customer, Admin, Technician, TicketDetails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Implemented role-based route protection using RequireAuth component in App.jsx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LoginPage: Login/Register tabs with account type selector (Customer / Technician)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CustomerDashboard: Ticket submission form, status/priority filter bar, ticket table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AdminDashboard: Search input, filter dropdowns, technician assignment dropdown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Built TechnicianDashboard.jsx — full assigned-ticket management page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Added search/filter UI across all dashboards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Added loading states on all data-fetching components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Configured Axios HTTP client (api/client.js) with JWT Bearer token interceptor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Migrated API base URL to VITE_API_URL environment variable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Created frontend Dockerfile (multi-stage: node:18-alpine → nginx:alpine)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Hamza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99E1"/>
                </a:solidFill>
              </a:rPr>
              <a:t>Systems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164592" cy="5458968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16152"/>
            <a:ext cx="11183112" cy="5458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Led system requirements gathering, analysis, and validation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Identified and documented all system actors: Customer, Technician, Administrator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Defined 11 use cases (UC-01 to UC-11) with descriptions and actor mappings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Created the Use Case Diagram (PlantUML) for Phase 1 (UC-01 to UC-08)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Analysed system workflows, business rules, and ticket lifecycle transitions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Created the Activity Diagram for Admin Ticket Management workflow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Extended use cases for Technician role (UC-10, UC-11)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Updated Use Case Diagram to include Technician actor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Analysed and documented the technician assignment-to-resolution flow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Contributed to SAD V1 Sections 2 (System Selection) and 3.1 (Use Case View)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Contributed to SAD V2 Sections 3.1 updates and 3.6 Scenarios (+1 View)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Validated all documented use cases against the implemented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Elsa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99E1"/>
                </a:solidFill>
              </a:rPr>
              <a:t>API &amp; Integration Specialist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164592" cy="545896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16152"/>
            <a:ext cx="11183112" cy="5458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Designed the complete REST API endpoint specification (methods, schemas, status codes)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Defined Pydantic request/response schemas for all endpoints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Implemented and validated frontend-backend integration across all pages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Tested all API integrations using FastAPI Swagger UI (localhost:8000/docs)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Designed search/filter query parameter API (?status, ?priority, ?search)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Implemented GET /technicians endpoint (admin-accessible technician list)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Implemented GET /tickets/assigned (technician's personal task list)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Implemented PUT /tickets/{id}/resolve (technician status update)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Set up backend .env configuration (SECRET_KEY, DATABASE_URL)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Set up frontend .env configuration (VITE_API_URL)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Wrote the API Endpoint Summary table in README.md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Contributed to SAD Sections 3.2 (Logical View) and 3.3 (Process View)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99E1"/>
                </a:solidFill>
              </a:rPr>
              <a:t>QA Engineer &amp; Technical Writer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164592" cy="5458968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16152"/>
            <a:ext cx="11183112" cy="5458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Wrote and maintained the Software Architecture Document (SAD V1 and V2)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Structured the 4+1 architectural document per Kruchten (1995) methodology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1 testing: registration, login, ticket submission, admin assign/status flows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 testing: JWT authentication and bcrypt password hashing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 testing: Search &amp; filter functionality on all ticket endpoints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 testing: Full Technician flow (register → login → tasks → resolve → close)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Wrote the README.md with setup instructions for both development and Docker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Documented all API endpoints, environment variables, and filter query parameters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Contributed to SAD Sections 3.4 (Development View) and 3.5 (Deployment View)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Phase 2: Authored the Production Deployment section with Nginx configuration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Validated Docker Compose deployment (docker-compose up --build)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D3748"/>
                </a:solidFill>
              </a:rPr>
              <a:t>• Authored the Conclusion sections for SAD V1 and V2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Conclusion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9459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18096"/>
                </a:solidFill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5760720" cy="257860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243584"/>
            <a:ext cx="5559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Phase 1 Deliverables  ✓  (10 Marks)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81912"/>
            <a:ext cx="5559552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SAD Version 1: Use Case View, Logical View, Process View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FastAPI backend: JWT auth, all 9 endpoints, role-based access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React frontend: Login, Customer Dashboard, Admin Dashboard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SQLite database with SQLAlchemy ORM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67912"/>
            <a:ext cx="5760720" cy="24871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3941064"/>
            <a:ext cx="5559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Phase 2 Deliverables  ✓  (15 Marks)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4279392"/>
            <a:ext cx="5559552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SAD Version 2: + Development View, Deployment View, Phase 2 scenarios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JWT authentication (HS256) + bcrypt password hashing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Technician role: dashboard, /tickets/assigned, resolve endpoints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Search &amp; filter API + UI across all dashboards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.env configuration (backend + frontend)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Docker support: Dockerfile (×2) + docker-compose.yml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70432"/>
            <a:ext cx="5760720" cy="257860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243584"/>
            <a:ext cx="5559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</a:rPr>
              <a:t>Architecture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581912"/>
            <a:ext cx="5559552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Layered REST API — clean 4-layer separation of concerns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4+1 Model — all 5 views fully documented (SAD V1 + V2)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Extensible design: Technician role added without redesign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Production-ready: JWT, bcrypt, Docker, Nginx, .env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D3748"/>
                </a:solidFill>
              </a:rPr>
              <a:t>• University-appropriate scope and complexity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867912"/>
            <a:ext cx="5760720" cy="2487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3367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10235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299E1"/>
                </a:solidFill>
              </a:rPr>
              <a:t>WSiT – Smart IT Service Request &amp; Support Ticket System
Software Architecture Project — Phase 1 &amp;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